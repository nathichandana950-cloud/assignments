
<file path=[Content_Types].xml><?xml version="1.0" encoding="utf-8"?>
<Types xmlns="http://schemas.openxmlformats.org/package/2006/content-types"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70f86c306c26a4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0C2F-6980-4A36-8800-CFC30D33E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39F61-808F-4D58-BCD2-B28B5BBF6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2BDBF-3A14-49E6-9342-F85BB74C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D3137-CF13-4852-B03F-B690F088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E935-237B-4828-9C9F-66C734F24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7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B96B-8272-4E82-B4EF-3E159BC5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C7019-0461-4C90-AF4A-0B9DBAFF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6C4B9-0E79-427C-ADF1-257EE3AD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3D747-27AD-4F81-AFCC-51CBA851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E87F3-2AF1-497E-981E-76D20F9C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8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EFD4-19D3-460B-AEA9-1423BA23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4E7C1-8D14-432B-ADCD-32E0841FA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8A319-4BB9-4ED0-9D53-DFA69D929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C9D6-482E-4361-A634-50F663C6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FD1C6-012D-4A1F-967B-6E8C00C5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001C-6DAE-4B52-B428-B83F22C5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04DC-977C-45AC-B26C-9C2C3A4C8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5C10F-2FDC-4B75-BB19-A0DC40B53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D5965-1104-46F9-AB6C-758A5936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462F1-8CCA-47BE-90A7-160F58EA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297EF-5E46-4B05-86AA-C79C8BB3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5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1BB5-0AC9-4295-93FE-F0119FB8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EAA43-F439-4405-9B9D-53B1F8AB3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C5EE8-15E8-4987-8600-351DD8C6C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9EFEB-85B6-4AB9-8132-55BE7B9AC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7B189-F711-4E20-A196-A65DA58202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17EA89-96B0-4BA1-BA96-C1FD2A6C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FBF132-BB30-40A9-8B25-369FBAB9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F19C9-9783-4030-B3C4-B204DD9AE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5027-7AC5-4C14-A160-F06335A5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4B335-0D08-4C26-86BB-DB5D54AC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36F2B-C437-4613-9568-CC9A61B6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FC699-B328-40FE-A73F-46184AC9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8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EF237-7432-48CF-8BCB-4B2C1EFD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39FAB-1E8F-4529-BF28-B455FC8F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BBEB3-75D8-4FEE-B461-B60C46A4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3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DEF3-AAA9-40A6-B3D8-47C40433B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363DE-3BB7-4587-AC3C-FAC29257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3D60B-593B-46B7-B50A-CA9F213E2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E2257-8CFC-4586-8FAC-E6BEAECE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14EEC-2404-4469-B246-900D3C24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6C439-AC6D-44CF-BA79-9F0F3FE2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6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63E2-978A-46A9-824B-AE403ABE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86EF1-690F-4C1E-BD60-8AE5E82B5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C950F-93B6-48E2-974F-A945CFF89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AC588-B634-4D36-9C1E-A96F22694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6FDF3-F783-4A4C-A4DA-4C9AAB61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11979-9713-40E3-B834-4AB773A5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31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B5DC-3C4D-4408-A83E-D595421A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AE3AE-D1C4-46D0-8E17-D81F0CEAC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19F15-3EB4-44BD-BC90-677E633C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2FC93-0BA0-4560-9455-AE677BE2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AE90-5EF9-4324-9A0F-3B94D0D3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21116-29A7-4B65-A7AE-CB36693A9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A618-C34E-48AF-8E9C-4DF8F1E93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B2FDD-8FFB-45C7-A59F-9EFECED3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93CC-08A3-44A8-BE62-71236B0F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4924D-89D4-4D9A-9FB9-750A3723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1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A1F28-C81B-4CC8-87C0-FA699C9B3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84CF4-2CCB-4D09-8CAF-6E56044F7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37C7A-99C6-4350-BED9-2103EABF7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B781-A909-42EF-918D-51E06E24D1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D6475-744F-49C8-8D1F-18D6EC5D5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B94D-DB3A-4E34-AA06-BC695DFDB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FA4F1-9AD0-4A15-8ABD-713EBEE41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7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161D-1FDB-4072-B422-9C3361A4D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73175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Algerian" panose="04020705040A02060702" pitchFamily="82" charset="0"/>
              </a:rPr>
              <a:t>Java Server Pages</a:t>
            </a:r>
          </a:p>
        </p:txBody>
      </p:sp>
    </p:spTree>
    <p:extLst>
      <p:ext uri="{BB962C8B-B14F-4D97-AF65-F5344CB8AC3E}">
        <p14:creationId xmlns:p14="http://schemas.microsoft.com/office/powerpoint/2010/main" val="309966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0080-7111-4A97-985D-2B9B6179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tx1"/>
                </a:solidFill>
                <a:latin typeface="Arial Black" panose="020B0A04020102020204" pitchFamily="34" charset="0"/>
              </a:rPr>
              <a:t>Introduction to JSP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C4FF0-939E-4BD2-AC02-39A6960FE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JSP stands for </a:t>
            </a:r>
            <a:r>
              <a:rPr lang="en-US" sz="3600" b="1" dirty="0">
                <a:solidFill>
                  <a:schemeClr val="tx1"/>
                </a:solidFill>
              </a:rPr>
              <a:t>Java Server Pages.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Used to create </a:t>
            </a:r>
            <a:r>
              <a:rPr lang="en-US" sz="3600" b="1" dirty="0">
                <a:solidFill>
                  <a:schemeClr val="tx1"/>
                </a:solidFill>
              </a:rPr>
              <a:t>dynamic web pages.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Combines </a:t>
            </a:r>
            <a:r>
              <a:rPr lang="en-US" sz="3600" b="1" dirty="0">
                <a:solidFill>
                  <a:schemeClr val="tx1"/>
                </a:solidFill>
              </a:rPr>
              <a:t>HTML and Java code.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Runs on </a:t>
            </a:r>
            <a:r>
              <a:rPr lang="en-US" sz="3600" b="1" dirty="0">
                <a:solidFill>
                  <a:schemeClr val="tx1"/>
                </a:solidFill>
              </a:rPr>
              <a:t>web server like Apache Tomcat.</a:t>
            </a:r>
          </a:p>
        </p:txBody>
      </p:sp>
    </p:spTree>
    <p:extLst>
      <p:ext uri="{BB962C8B-B14F-4D97-AF65-F5344CB8AC3E}">
        <p14:creationId xmlns:p14="http://schemas.microsoft.com/office/powerpoint/2010/main" val="316028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8BAD-E96B-4A4E-94EA-74ECFC57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Static vs Dynamic Web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A7293-7E7F-4DA6-8C32-0D3419323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737360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Static Web Page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Same content for every user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Created using </a:t>
            </a:r>
            <a:r>
              <a:rPr lang="en-US" sz="3600" b="1" dirty="0"/>
              <a:t>HTML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Dynamic Web Page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Content changes for each user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Created using </a:t>
            </a:r>
            <a:r>
              <a:rPr lang="en-US" sz="3600" b="1" dirty="0"/>
              <a:t>JSP / PHP / ASP</a:t>
            </a:r>
            <a:endParaRPr lang="en-US" sz="3600" dirty="0"/>
          </a:p>
          <a:p>
            <a:pPr marL="0" indent="0">
              <a:buNone/>
            </a:pPr>
            <a:endParaRPr 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2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2923-9A38-471E-B16D-6E946869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What is JSP</a:t>
            </a:r>
            <a:r>
              <a:rPr lang="en-US" sz="6000" dirty="0"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17740-F5A8-4211-A315-1ABE3DE8E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JSP is a </a:t>
            </a:r>
            <a:r>
              <a:rPr lang="en-US" sz="3600" b="1" dirty="0">
                <a:solidFill>
                  <a:schemeClr val="tx1"/>
                </a:solidFill>
              </a:rPr>
              <a:t>server-side technology.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Used to build </a:t>
            </a:r>
            <a:r>
              <a:rPr lang="en-US" sz="3600" b="1" dirty="0">
                <a:solidFill>
                  <a:schemeClr val="tx1"/>
                </a:solidFill>
              </a:rPr>
              <a:t>Java web applications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Converts JSP file into </a:t>
            </a:r>
            <a:r>
              <a:rPr lang="en-US" sz="3600" b="1" dirty="0">
                <a:solidFill>
                  <a:schemeClr val="tx1"/>
                </a:solidFill>
              </a:rPr>
              <a:t>Servlet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</a:rPr>
              <a:t>Executed on the </a:t>
            </a:r>
            <a:r>
              <a:rPr lang="en-US" sz="3600" b="1" dirty="0">
                <a:solidFill>
                  <a:schemeClr val="tx1"/>
                </a:solidFill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7803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E226F-9FA4-4BB2-A334-DCF60F5C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tx1"/>
                </a:solidFill>
                <a:latin typeface="Arial Black" panose="020B0A04020102020204" pitchFamily="34" charset="0"/>
              </a:rPr>
              <a:t>JSP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015FA5-AA14-4339-A90D-FB342E3211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26253"/>
            <a:ext cx="796141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Client sends request through browser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server receives request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JSP file converted to Servlet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Servlet compiled and executed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Response sent to browser</a:t>
            </a:r>
          </a:p>
        </p:txBody>
      </p:sp>
    </p:spTree>
    <p:extLst>
      <p:ext uri="{BB962C8B-B14F-4D97-AF65-F5344CB8AC3E}">
        <p14:creationId xmlns:p14="http://schemas.microsoft.com/office/powerpoint/2010/main" val="70342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7472D-E400-44D8-B904-13ACCD112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07" y="1523999"/>
            <a:ext cx="11190982" cy="449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7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1AE4-6625-4548-BE05-94EDDAF9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JSP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98DD-0385-499D-B7F9-9C8029EC1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JSP pages go through several stages before generating a response to the client.</a:t>
            </a:r>
          </a:p>
          <a:p>
            <a:r>
              <a:rPr lang="en-US" sz="3600" dirty="0">
                <a:solidFill>
                  <a:schemeClr val="tx1"/>
                </a:solidFill>
              </a:rPr>
              <a:t>The JSP life cycle consists of </a:t>
            </a:r>
            <a:r>
              <a:rPr lang="en-US" sz="3600" b="1" dirty="0">
                <a:solidFill>
                  <a:schemeClr val="tx1"/>
                </a:solidFill>
              </a:rPr>
              <a:t>five main phases</a:t>
            </a:r>
            <a:r>
              <a:rPr lang="en-US" sz="36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b="1" dirty="0"/>
              <a:t>1</a:t>
            </a:r>
            <a:r>
              <a:rPr lang="en-US" sz="3600" b="1" dirty="0">
                <a:solidFill>
                  <a:schemeClr val="tx1"/>
                </a:solidFill>
              </a:rPr>
              <a:t>.Translation: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The JSP file is translated into a Servlet(.java file) by the web container.</a:t>
            </a:r>
          </a:p>
        </p:txBody>
      </p:sp>
    </p:spTree>
    <p:extLst>
      <p:ext uri="{BB962C8B-B14F-4D97-AF65-F5344CB8AC3E}">
        <p14:creationId xmlns:p14="http://schemas.microsoft.com/office/powerpoint/2010/main" val="420876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7FD65-BB78-4A13-960F-76815B369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3979"/>
            <a:ext cx="10515600" cy="5422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2.Compilation</a:t>
            </a:r>
          </a:p>
          <a:p>
            <a:pPr marL="0" indent="0">
              <a:buNone/>
            </a:pPr>
            <a:r>
              <a:rPr lang="en-US" sz="3600" dirty="0"/>
              <a:t>The generated servlet file is compiled into class file(.class)</a:t>
            </a:r>
          </a:p>
          <a:p>
            <a:pPr marL="0" indent="0">
              <a:buNone/>
            </a:pPr>
            <a:r>
              <a:rPr lang="en-US" sz="3600" b="1" dirty="0"/>
              <a:t>3.Initialization</a:t>
            </a:r>
          </a:p>
          <a:p>
            <a:pPr marL="0" indent="0">
              <a:buNone/>
            </a:pPr>
            <a:r>
              <a:rPr lang="en-US" sz="3600" dirty="0"/>
              <a:t>The container calls the </a:t>
            </a:r>
            <a:r>
              <a:rPr lang="en-US" sz="3600" dirty="0" err="1"/>
              <a:t>jspInit</a:t>
            </a:r>
            <a:r>
              <a:rPr lang="en-US" sz="3600" dirty="0"/>
              <a:t>() method to initialize the servlet.</a:t>
            </a:r>
          </a:p>
          <a:p>
            <a:pPr marL="0" indent="0">
              <a:buNone/>
            </a:pPr>
            <a:r>
              <a:rPr lang="en-US" sz="3600" b="1" dirty="0"/>
              <a:t>4.Execution/Request Processing</a:t>
            </a:r>
          </a:p>
          <a:p>
            <a:pPr marL="0" indent="0">
              <a:buNone/>
            </a:pPr>
            <a:r>
              <a:rPr lang="en-US" sz="3600" dirty="0"/>
              <a:t>The _</a:t>
            </a:r>
            <a:r>
              <a:rPr lang="en-US" sz="3600" dirty="0" err="1"/>
              <a:t>jspService</a:t>
            </a:r>
            <a:r>
              <a:rPr lang="en-US" sz="3600" dirty="0"/>
              <a:t>() method handles the client request and generates the response.</a:t>
            </a:r>
          </a:p>
        </p:txBody>
      </p:sp>
    </p:spTree>
    <p:extLst>
      <p:ext uri="{BB962C8B-B14F-4D97-AF65-F5344CB8AC3E}">
        <p14:creationId xmlns:p14="http://schemas.microsoft.com/office/powerpoint/2010/main" val="158600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688BD-15EE-48F3-B635-E3F973B1D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0021"/>
            <a:ext cx="10515600" cy="5406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5.Destruction</a:t>
            </a:r>
            <a:br>
              <a:rPr lang="en-US" sz="3600" dirty="0"/>
            </a:br>
            <a:r>
              <a:rPr lang="en-US" sz="3600" dirty="0"/>
              <a:t>The </a:t>
            </a:r>
            <a:r>
              <a:rPr lang="en-US" sz="3600" dirty="0" err="1"/>
              <a:t>jspDestroy</a:t>
            </a:r>
            <a:r>
              <a:rPr lang="en-US" sz="3600" dirty="0"/>
              <a:t>() method is called when the JSP is removed from service.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968ED-519F-4F1D-9642-FA691B8DF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743200"/>
            <a:ext cx="10287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7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FABF-E0D4-49DE-8F31-1C9D3881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JSP Syntax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9D714-7B85-4FC7-A2E6-BB4604AFF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err="1"/>
              <a:t>Scriptlet</a:t>
            </a:r>
            <a:r>
              <a:rPr lang="en-US" sz="3600" b="1" dirty="0"/>
              <a:t>:</a:t>
            </a:r>
          </a:p>
          <a:p>
            <a:pPr marL="0" indent="0">
              <a:buNone/>
            </a:pPr>
            <a:r>
              <a:rPr lang="en-US" sz="3600" dirty="0"/>
              <a:t>&lt;% Java code %&gt;</a:t>
            </a:r>
          </a:p>
          <a:p>
            <a:pPr marL="0" indent="0">
              <a:buNone/>
            </a:pPr>
            <a:r>
              <a:rPr lang="en-US" sz="3600" b="1" dirty="0"/>
              <a:t>Expression:</a:t>
            </a:r>
          </a:p>
          <a:p>
            <a:pPr marL="0" indent="0">
              <a:buNone/>
            </a:pPr>
            <a:r>
              <a:rPr lang="en-US" sz="3600" dirty="0"/>
              <a:t>&lt;%= expression %&gt;</a:t>
            </a:r>
          </a:p>
          <a:p>
            <a:pPr marL="0" indent="0">
              <a:buNone/>
            </a:pPr>
            <a:r>
              <a:rPr lang="en-US" sz="3600" b="1" dirty="0"/>
              <a:t>Declaration:</a:t>
            </a:r>
          </a:p>
          <a:p>
            <a:pPr marL="0" indent="0">
              <a:buNone/>
            </a:pPr>
            <a:r>
              <a:rPr lang="en-US" sz="3600" dirty="0"/>
              <a:t>&lt;%! variable or method %&gt;</a:t>
            </a:r>
          </a:p>
        </p:txBody>
      </p:sp>
    </p:spTree>
    <p:extLst>
      <p:ext uri="{BB962C8B-B14F-4D97-AF65-F5344CB8AC3E}">
        <p14:creationId xmlns:p14="http://schemas.microsoft.com/office/powerpoint/2010/main" val="232733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2012-BB3D-4635-9401-4647AEDD2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Advantages Of JSP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453F6-66A7-491A-ACFE-D1FAAFC03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Easy to write web pages</a:t>
            </a:r>
          </a:p>
          <a:p>
            <a:r>
              <a:rPr lang="en-US" sz="3600" dirty="0"/>
              <a:t>Supports Java Programming </a:t>
            </a:r>
          </a:p>
          <a:p>
            <a:r>
              <a:rPr lang="en-US" sz="3600" dirty="0"/>
              <a:t>Reusable components</a:t>
            </a:r>
          </a:p>
          <a:p>
            <a:r>
              <a:rPr lang="en-US" sz="3600" dirty="0"/>
              <a:t>Fasted development</a:t>
            </a:r>
          </a:p>
          <a:p>
            <a:r>
              <a:rPr lang="en-US" sz="3600" dirty="0"/>
              <a:t>Platform Independent</a:t>
            </a:r>
          </a:p>
        </p:txBody>
      </p:sp>
    </p:spTree>
    <p:extLst>
      <p:ext uri="{BB962C8B-B14F-4D97-AF65-F5344CB8AC3E}">
        <p14:creationId xmlns:p14="http://schemas.microsoft.com/office/powerpoint/2010/main" val="1349729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0773-6F0A-4ECA-9CBD-738C54A0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JSP vs Servlet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FA3C5-26DF-4A0F-AAAC-EEF8F8DD1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Servlet </a:t>
            </a:r>
          </a:p>
          <a:p>
            <a:pPr marL="0" indent="0">
              <a:buNone/>
            </a:pPr>
            <a:r>
              <a:rPr lang="en-US" sz="3600" dirty="0"/>
              <a:t>Java code generates HTML</a:t>
            </a:r>
          </a:p>
          <a:p>
            <a:pPr marL="0" indent="0">
              <a:buNone/>
            </a:pPr>
            <a:r>
              <a:rPr lang="en-US" sz="3600" dirty="0"/>
              <a:t>More complex</a:t>
            </a:r>
          </a:p>
          <a:p>
            <a:pPr marL="0" indent="0">
              <a:buNone/>
            </a:pPr>
            <a:r>
              <a:rPr lang="en-US" sz="3600" b="1" dirty="0"/>
              <a:t>JSP</a:t>
            </a:r>
          </a:p>
          <a:p>
            <a:pPr marL="0" indent="0">
              <a:buNone/>
            </a:pPr>
            <a:r>
              <a:rPr lang="en-US" sz="3600" dirty="0"/>
              <a:t>HTML with Java code </a:t>
            </a:r>
          </a:p>
          <a:p>
            <a:pPr marL="0" indent="0">
              <a:buNone/>
            </a:pPr>
            <a:r>
              <a:rPr lang="en-US" sz="3600" dirty="0"/>
              <a:t>Easier for designing web pages 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4900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288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Arial Black</vt:lpstr>
      <vt:lpstr>Calibri</vt:lpstr>
      <vt:lpstr>Calibri Light</vt:lpstr>
      <vt:lpstr>Wingdings</vt:lpstr>
      <vt:lpstr>Office Theme</vt:lpstr>
      <vt:lpstr>Java Server Pages</vt:lpstr>
      <vt:lpstr>Introduction to JSP</vt:lpstr>
      <vt:lpstr>Static vs Dynamic Web Pages</vt:lpstr>
      <vt:lpstr>What is JSP?</vt:lpstr>
      <vt:lpstr>JSP Architecture</vt:lpstr>
      <vt:lpstr>PowerPoint Presentation</vt:lpstr>
      <vt:lpstr>JSP Life Cycle</vt:lpstr>
      <vt:lpstr>PowerPoint Presentation</vt:lpstr>
      <vt:lpstr>PowerPoint Presentation</vt:lpstr>
      <vt:lpstr>JSP Syntax</vt:lpstr>
      <vt:lpstr>Advantages Of JSP</vt:lpstr>
      <vt:lpstr>JSP vs Servlet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8</cp:revision>
  <dcterms:created xsi:type="dcterms:W3CDTF">2026-03-12T15:47:29Z</dcterms:created>
  <dcterms:modified xsi:type="dcterms:W3CDTF">2026-03-12T16:56:37Z</dcterms:modified>
</cp:coreProperties>
</file>