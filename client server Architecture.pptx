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6D69396-3DDE-46AC-91B4-A96B97884464}" type="datetimeFigureOut">
              <a:rPr lang="en-IN" smtClean="0"/>
              <a:pPr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0246F4D-EAC0-4B20-A06C-7285748CE76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92FEA-8FF3-1C9F-224D-2EF2EE3AB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Client-Server Architecture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1982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E10CE-0935-C590-3E88-3B0575D7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Introduction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51250-46EC-3632-EBE0-43999FEADA4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Client-Server Model is a distributed architecture where clients request services and servers provide them. It underpins many modern systems, including websites, email, and cloud storage platforms.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9575B-8340-BE4B-4C2D-265AF81BA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192" y="3611880"/>
            <a:ext cx="7988808" cy="324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96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AAF06-F004-9894-42FE-202392869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How Does the Client-Server Model Work?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803C8-0E74-7151-5755-9C062A2E14E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Client: </a:t>
            </a:r>
            <a:r>
              <a:rPr lang="en-US" dirty="0"/>
              <a:t>A client is any device or software that initiates communication by requesting data or services from a server. Common client applications include:</a:t>
            </a:r>
          </a:p>
          <a:p>
            <a:pPr fontAlgn="base"/>
            <a:r>
              <a:rPr lang="en-US" dirty="0"/>
              <a:t>Web browsers (e.g., Chrome, Firefox)</a:t>
            </a:r>
          </a:p>
          <a:p>
            <a:pPr fontAlgn="base"/>
            <a:r>
              <a:rPr lang="en-US" b="1" dirty="0"/>
              <a:t>Server: </a:t>
            </a:r>
            <a:r>
              <a:rPr lang="en-US" dirty="0"/>
              <a:t>A server is a powerful systems that listens for and responds to client requests by delivering data or performing tasks. Servers often handle multiple simultaneous client requests. Common server applications include:</a:t>
            </a:r>
          </a:p>
          <a:p>
            <a:pPr fontAlgn="base"/>
            <a:r>
              <a:rPr lang="en-US" dirty="0"/>
              <a:t>Web Servers (e.g., Apache, Nginx)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4742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9B5C99-1B8F-AFB4-0EB8-8C90FEE52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19" y="628012"/>
            <a:ext cx="11254764" cy="560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53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92B4-BAB2-D0AF-9937-927ADD5E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the Browser Interacts With the Servers?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1D8B0-85B3-1488-45F0-5564EF820F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/>
              <a:t>User Enters the URL (Uniform Resource Locator)</a:t>
            </a:r>
          </a:p>
          <a:p>
            <a:pPr fontAlgn="base"/>
            <a:r>
              <a:rPr lang="en-US" dirty="0"/>
              <a:t>DNS (Domain Name System) Lookup</a:t>
            </a:r>
          </a:p>
          <a:p>
            <a:pPr fontAlgn="base"/>
            <a:r>
              <a:rPr lang="en-US" dirty="0"/>
              <a:t>Establishing a Connection</a:t>
            </a:r>
          </a:p>
          <a:p>
            <a:pPr fontAlgn="base"/>
            <a:r>
              <a:rPr lang="en-US" dirty="0"/>
              <a:t>Server Responds</a:t>
            </a:r>
          </a:p>
          <a:p>
            <a:pPr fontAlgn="base"/>
            <a:r>
              <a:rPr lang="en-US" dirty="0"/>
              <a:t>Browser Renders the Webpage</a:t>
            </a:r>
          </a:p>
          <a:p>
            <a:pPr fontAlgn="base"/>
            <a:r>
              <a:rPr lang="en-US" dirty="0"/>
              <a:t>DOM interpreter: CSS interpreter</a:t>
            </a:r>
          </a:p>
          <a:p>
            <a:pPr fontAlgn="base"/>
            <a:r>
              <a:rPr lang="en-US" dirty="0"/>
              <a:t>JavaScript Engine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26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98405-28B5-AD14-E7D2-176B0C8B4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5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B79C-69D2-2700-A45C-C5AAF00F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 of the Client-Server Model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E19F38-18FA-8E05-9146-CB86B3D2B1DD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37" y="1600200"/>
            <a:ext cx="9340326" cy="4873625"/>
          </a:xfrm>
        </p:spPr>
      </p:pic>
    </p:spTree>
    <p:extLst>
      <p:ext uri="{BB962C8B-B14F-4D97-AF65-F5344CB8AC3E}">
        <p14:creationId xmlns:p14="http://schemas.microsoft.com/office/powerpoint/2010/main" val="2181956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the Client-Server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/>
              <a:t>Centralized Data Management</a:t>
            </a:r>
          </a:p>
          <a:p>
            <a:pPr fontAlgn="base"/>
            <a:r>
              <a:rPr lang="en-US" dirty="0"/>
              <a:t>Cost Efficiency</a:t>
            </a:r>
          </a:p>
          <a:p>
            <a:pPr fontAlgn="base"/>
            <a:r>
              <a:rPr lang="en-US" dirty="0"/>
              <a:t>Scalability</a:t>
            </a:r>
          </a:p>
          <a:p>
            <a:pPr fontAlgn="base"/>
            <a:r>
              <a:rPr lang="en-US" dirty="0"/>
              <a:t>Security</a:t>
            </a:r>
          </a:p>
          <a:p>
            <a:pPr fontAlgn="base"/>
            <a:r>
              <a:rPr lang="en-US" dirty="0"/>
              <a:t>Data Recovery</a:t>
            </a:r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3A2B-9D7B-1D43-FBA4-FBB37B0A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Disadvantages of Client-Server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5FDA3-D950-B51B-4786-7B28272260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/>
              <a:t>Client Vulnerability</a:t>
            </a:r>
          </a:p>
          <a:p>
            <a:pPr fontAlgn="base"/>
            <a:r>
              <a:rPr lang="en-US" dirty="0"/>
              <a:t>Server as a Target</a:t>
            </a:r>
          </a:p>
          <a:p>
            <a:pPr fontAlgn="base"/>
            <a:r>
              <a:rPr lang="en-US" dirty="0"/>
              <a:t>Data Spoofing</a:t>
            </a:r>
          </a:p>
          <a:p>
            <a:pPr fontAlgn="base"/>
            <a:r>
              <a:rPr lang="en-US" dirty="0"/>
              <a:t>MITM Attacks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0312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E1A4-E12E-7282-1BE4-B106D544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Client-Server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DAD26-8935-100C-A55B-B9CE58818BA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dirty="0"/>
              <a:t>Two-Tier Architecture</a:t>
            </a:r>
          </a:p>
          <a:p>
            <a:r>
              <a:rPr lang="en-US" dirty="0"/>
              <a:t>Three-Tier Architecture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DD250-B20D-EBDB-6E29-FE0017DF6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118" y="3320986"/>
            <a:ext cx="4919092" cy="2514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CF2B79-30A2-CEED-1815-C1222F042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866" y="3016251"/>
            <a:ext cx="397002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64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C826-824E-9FCA-7BDF-4D1A62DF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Two-Tier Architecture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5551D-76A5-1855-851A-91250EEE555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In two-tier, the application logic is either buried inside the User Interface on the client or within the database on the server (or both). With two-tier client/server architectures, the user system interface is usually located in the user's desktop environment and the database management services are usually in a server that is a more powerful machine that services many clients.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81E5A-2C63-0C44-FE38-862E08B56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277" y="3329354"/>
            <a:ext cx="7901354" cy="352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96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FD003-E759-FAAC-C285-B0FDE2F5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Three-Tier Architecture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02FED-602A-FD35-DAE4-28D842F7B36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three-tier, the application logic or process lives in the middle tier, it is separated from the data and the user interface. Three-tier systems are more scalable, robust and flexible. In the three-tier architecture, a middle tier was added between the user system interface client environment and the database management server environment. There are a variety of ways of implementing this middle tier, such as transaction processing monitors, message servers, or application servers.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F539B6-5908-8C81-A2E5-B1EF1B7DC5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108" y="3915508"/>
            <a:ext cx="8628184" cy="271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293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179</TotalTime>
  <Words>368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 Black</vt:lpstr>
      <vt:lpstr>Century Schoolbook</vt:lpstr>
      <vt:lpstr>Wingdings</vt:lpstr>
      <vt:lpstr>Wingdings 2</vt:lpstr>
      <vt:lpstr>Oriel</vt:lpstr>
      <vt:lpstr>Client-Server Architecture</vt:lpstr>
      <vt:lpstr>Introduction</vt:lpstr>
      <vt:lpstr> How Does the Client-Server Model Work? </vt:lpstr>
      <vt:lpstr>PowerPoint Presentation</vt:lpstr>
      <vt:lpstr>How the Browser Interacts With the Servers?</vt:lpstr>
      <vt:lpstr>PowerPoint Presentation</vt:lpstr>
      <vt:lpstr>Examples of the Client-Server Model</vt:lpstr>
      <vt:lpstr>Advantages of the Client-Server Model</vt:lpstr>
      <vt:lpstr>Disadvantages of Client-Server Model</vt:lpstr>
      <vt:lpstr>Types of Client-Server Architecture</vt:lpstr>
      <vt:lpstr>Two-Tier Architecture</vt:lpstr>
      <vt:lpstr>Three-Tier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BURA SRIRAM</dc:creator>
  <cp:lastModifiedBy>LENOVO</cp:lastModifiedBy>
  <cp:revision>5</cp:revision>
  <dcterms:created xsi:type="dcterms:W3CDTF">2026-02-05T08:16:36Z</dcterms:created>
  <dcterms:modified xsi:type="dcterms:W3CDTF">2026-02-06T05:01:08Z</dcterms:modified>
</cp:coreProperties>
</file>