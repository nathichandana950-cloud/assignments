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-408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9878E-E848-4218-AD89-E6FCE96587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693741C-0EAF-4438-9F2A-24059879D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44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9878E-E848-4218-AD89-E6FCE96587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3741C-0EAF-4438-9F2A-24059879D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357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9878E-E848-4218-AD89-E6FCE96587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693741C-0EAF-4438-9F2A-24059879D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33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9878E-E848-4218-AD89-E6FCE96587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693741C-0EAF-4438-9F2A-24059879D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311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9878E-E848-4218-AD89-E6FCE96587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693741C-0EAF-4438-9F2A-24059879D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29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9878E-E848-4218-AD89-E6FCE96587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3741C-0EAF-4438-9F2A-24059879D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73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9878E-E848-4218-AD89-E6FCE96587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3741C-0EAF-4438-9F2A-24059879D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08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9878E-E848-4218-AD89-E6FCE96587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3741C-0EAF-4438-9F2A-24059879D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48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9878E-E848-4218-AD89-E6FCE96587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693741C-0EAF-4438-9F2A-24059879D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52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9878E-E848-4218-AD89-E6FCE96587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693741C-0EAF-4438-9F2A-24059879D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29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9878E-E848-4218-AD89-E6FCE96587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693741C-0EAF-4438-9F2A-24059879D76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0441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9878E-E848-4218-AD89-E6FCE96587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693741C-0EAF-4438-9F2A-24059879D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011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9878E-E848-4218-AD89-E6FCE96587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693741C-0EAF-4438-9F2A-24059879D76D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7709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9878E-E848-4218-AD89-E6FCE96587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693741C-0EAF-4438-9F2A-24059879D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627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9878E-E848-4218-AD89-E6FCE96587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3741C-0EAF-4438-9F2A-24059879D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661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9878E-E848-4218-AD89-E6FCE96587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3741C-0EAF-4438-9F2A-24059879D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4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9878E-E848-4218-AD89-E6FCE96587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693741C-0EAF-4438-9F2A-24059879D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645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7E134-92F8-422B-9D41-886996F13A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Arial Black" panose="020B0A04020102020204" pitchFamily="34" charset="0"/>
              </a:rPr>
              <a:t>SERVLETS</a:t>
            </a:r>
          </a:p>
        </p:txBody>
      </p:sp>
    </p:spTree>
    <p:extLst>
      <p:ext uri="{BB962C8B-B14F-4D97-AF65-F5344CB8AC3E}">
        <p14:creationId xmlns:p14="http://schemas.microsoft.com/office/powerpoint/2010/main" val="3192577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CCF9-0BDC-447D-9492-4A82BBAF6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Arial Black" panose="020B0A04020102020204" pitchFamily="34" charset="0"/>
              </a:rPr>
              <a:t>What is a Servlet?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C6A73-75E1-48C3-B944-A08368C0A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 </a:t>
            </a:r>
            <a:r>
              <a:rPr lang="en-US" sz="2800" b="1" dirty="0"/>
              <a:t>Servlet</a:t>
            </a:r>
            <a:r>
              <a:rPr lang="en-US" sz="2800" dirty="0"/>
              <a:t> is a Java program that runs on a </a:t>
            </a:r>
            <a:r>
              <a:rPr lang="en-US" sz="2800" b="1" dirty="0"/>
              <a:t>web server</a:t>
            </a:r>
            <a:r>
              <a:rPr lang="en-US" sz="2800" dirty="0"/>
              <a:t>.</a:t>
            </a:r>
          </a:p>
          <a:p>
            <a:r>
              <a:rPr lang="en-US" sz="2800" dirty="0"/>
              <a:t>It is used to create </a:t>
            </a:r>
            <a:r>
              <a:rPr lang="en-US" sz="2800" b="1" dirty="0"/>
              <a:t>dynamic web applications</a:t>
            </a:r>
            <a:r>
              <a:rPr lang="en-US" sz="2800" dirty="0"/>
              <a:t>.</a:t>
            </a:r>
          </a:p>
          <a:p>
            <a:r>
              <a:rPr lang="en-US" sz="2800" dirty="0"/>
              <a:t>It handles </a:t>
            </a:r>
            <a:r>
              <a:rPr lang="en-US" sz="2800" b="1" dirty="0"/>
              <a:t>client requests</a:t>
            </a:r>
            <a:r>
              <a:rPr lang="en-US" sz="2800" dirty="0"/>
              <a:t> and sends </a:t>
            </a:r>
            <a:r>
              <a:rPr lang="en-US" sz="2800" b="1" dirty="0"/>
              <a:t>responses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r>
              <a:rPr lang="en-US" sz="2800" b="1" dirty="0"/>
              <a:t>Example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/>
              <a:t>When a user submits a </a:t>
            </a:r>
            <a:r>
              <a:rPr lang="en-US" sz="2800" b="1" dirty="0"/>
              <a:t>login form</a:t>
            </a:r>
            <a:r>
              <a:rPr lang="en-US" sz="2800" dirty="0"/>
              <a:t>, the servlet processes the request.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54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CED88-5FB5-4E00-94C9-9649824AE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Arial Black" panose="020B0A04020102020204" pitchFamily="34" charset="0"/>
              </a:rPr>
              <a:t>Why Servlets are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2137FC-31D0-4378-A32D-6B8A7FE42C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2434389"/>
            <a:ext cx="891168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Platform Independent (Java based)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performance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Handles multiple requests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Used to build dynamic websites</a:t>
            </a:r>
          </a:p>
        </p:txBody>
      </p:sp>
    </p:spTree>
    <p:extLst>
      <p:ext uri="{BB962C8B-B14F-4D97-AF65-F5344CB8AC3E}">
        <p14:creationId xmlns:p14="http://schemas.microsoft.com/office/powerpoint/2010/main" val="2614440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409BC-4066-46B1-9EA0-03AD86A43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Arial Black" panose="020B0A04020102020204" pitchFamily="34" charset="0"/>
              </a:rPr>
              <a:t>Servlet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469DB-5812-421B-83EB-44836A453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20253"/>
            <a:ext cx="8915400" cy="4828673"/>
          </a:xfrm>
        </p:spPr>
        <p:txBody>
          <a:bodyPr>
            <a:noAutofit/>
          </a:bodyPr>
          <a:lstStyle/>
          <a:p>
            <a:r>
              <a:rPr lang="en-US" sz="2800" dirty="0"/>
              <a:t>Servlet architecture shows </a:t>
            </a:r>
            <a:r>
              <a:rPr lang="en-US" sz="2800" b="1" dirty="0"/>
              <a:t>how request and response flow between client and server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r>
              <a:rPr lang="en-US" sz="2800" b="1" dirty="0"/>
              <a:t>Process:</a:t>
            </a:r>
          </a:p>
          <a:p>
            <a:r>
              <a:rPr lang="en-US" sz="2800" dirty="0"/>
              <a:t>Client sends request</a:t>
            </a:r>
          </a:p>
          <a:p>
            <a:r>
              <a:rPr lang="en-US" sz="2800" dirty="0"/>
              <a:t>Web server receives request</a:t>
            </a:r>
          </a:p>
          <a:p>
            <a:r>
              <a:rPr lang="en-US" sz="2800" dirty="0"/>
              <a:t>Servlet container processes request</a:t>
            </a:r>
          </a:p>
          <a:p>
            <a:r>
              <a:rPr lang="en-US" sz="2800" dirty="0"/>
              <a:t>Servlet generates response</a:t>
            </a:r>
          </a:p>
          <a:p>
            <a:r>
              <a:rPr lang="en-US" sz="2800" dirty="0"/>
              <a:t>Response sent back to browser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23441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9CA2598-FEB1-4FFB-9D82-FF16B9CCD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312" y="2557462"/>
            <a:ext cx="2619375" cy="1743075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CEDCB4D-159D-4135-9F26-17E62A65F0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1" y="825500"/>
            <a:ext cx="5689600" cy="4673599"/>
          </a:xfrm>
        </p:spPr>
      </p:pic>
    </p:spTree>
    <p:extLst>
      <p:ext uri="{BB962C8B-B14F-4D97-AF65-F5344CB8AC3E}">
        <p14:creationId xmlns:p14="http://schemas.microsoft.com/office/powerpoint/2010/main" val="1520639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81893-AE94-480D-95CC-0B77F8BA7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Arial Black" panose="020B0A04020102020204" pitchFamily="34" charset="0"/>
              </a:rPr>
              <a:t>Servlet 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F118-E1C9-41EF-BD52-EF263F779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Servlet lifecycle has </a:t>
            </a:r>
            <a:r>
              <a:rPr lang="en-US" sz="2800" b="1" dirty="0"/>
              <a:t>3 main methods</a:t>
            </a:r>
            <a:r>
              <a:rPr lang="en-US" sz="2800" dirty="0"/>
              <a:t>:</a:t>
            </a:r>
          </a:p>
          <a:p>
            <a:r>
              <a:rPr lang="en-US" sz="2800" b="1" dirty="0" err="1"/>
              <a:t>init</a:t>
            </a:r>
            <a:r>
              <a:rPr lang="en-US" sz="2800" b="1" dirty="0"/>
              <a:t>()</a:t>
            </a:r>
            <a:endParaRPr lang="en-US" sz="2800" dirty="0"/>
          </a:p>
          <a:p>
            <a:r>
              <a:rPr lang="en-US" sz="2800" dirty="0"/>
              <a:t>Called when servlet is loaded</a:t>
            </a:r>
          </a:p>
          <a:p>
            <a:r>
              <a:rPr lang="en-US" sz="2800" b="1" dirty="0"/>
              <a:t>service()</a:t>
            </a:r>
            <a:endParaRPr lang="en-US" sz="2800" dirty="0"/>
          </a:p>
          <a:p>
            <a:r>
              <a:rPr lang="en-US" sz="2800" dirty="0"/>
              <a:t>Handles client requests</a:t>
            </a:r>
          </a:p>
          <a:p>
            <a:r>
              <a:rPr lang="en-US" sz="2800" b="1" dirty="0"/>
              <a:t>destroy()</a:t>
            </a:r>
            <a:endParaRPr lang="en-US" sz="2800" dirty="0"/>
          </a:p>
          <a:p>
            <a:r>
              <a:rPr lang="en-US" sz="2800" dirty="0"/>
              <a:t>Called when servlet is removed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846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C824B2E-5A54-487F-A808-DA59F6D2C8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1516" y="673768"/>
            <a:ext cx="8773841" cy="523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358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87D8B-DD5F-4CA3-BD7D-70AA3209E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Arial Black" panose="020B0A04020102020204" pitchFamily="34" charset="0"/>
              </a:rPr>
              <a:t>Types of Servlets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0B8EC-CA14-4E43-AB52-5364B5AEF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72127"/>
            <a:ext cx="8915400" cy="5053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err="1"/>
              <a:t>GenericServlet</a:t>
            </a:r>
            <a:endParaRPr lang="en-US" sz="2800" b="1" dirty="0"/>
          </a:p>
          <a:p>
            <a:r>
              <a:rPr lang="en-US" sz="2800" dirty="0"/>
              <a:t>Protocol independent</a:t>
            </a:r>
          </a:p>
          <a:p>
            <a:r>
              <a:rPr lang="en-US" sz="2800" dirty="0"/>
              <a:t>Used for general requests</a:t>
            </a:r>
          </a:p>
          <a:p>
            <a:pPr marL="0" indent="0">
              <a:buNone/>
            </a:pPr>
            <a:r>
              <a:rPr lang="en-US" sz="2800" b="1" dirty="0" err="1"/>
              <a:t>HttpServlet</a:t>
            </a:r>
            <a:endParaRPr lang="en-US" sz="2800" b="1" dirty="0"/>
          </a:p>
          <a:p>
            <a:r>
              <a:rPr lang="en-US" sz="2800" dirty="0"/>
              <a:t>Used for HTTP protocol</a:t>
            </a:r>
          </a:p>
          <a:p>
            <a:r>
              <a:rPr lang="en-US" sz="2800" dirty="0"/>
              <a:t>Mostly used in web applications</a:t>
            </a:r>
          </a:p>
          <a:p>
            <a:pPr marL="0" indent="0">
              <a:buNone/>
            </a:pPr>
            <a:r>
              <a:rPr lang="en-US" sz="2800" b="1" dirty="0"/>
              <a:t>Important methods:</a:t>
            </a:r>
          </a:p>
          <a:p>
            <a:r>
              <a:rPr lang="en-US" sz="2800" dirty="0" err="1"/>
              <a:t>doGet</a:t>
            </a:r>
            <a:r>
              <a:rPr lang="en-US" sz="2800" dirty="0"/>
              <a:t>()</a:t>
            </a:r>
          </a:p>
          <a:p>
            <a:r>
              <a:rPr lang="en-US" sz="2800" dirty="0" err="1"/>
              <a:t>doPost</a:t>
            </a:r>
            <a:r>
              <a:rPr lang="en-US" sz="2800" dirty="0"/>
              <a:t>()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71118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F1484-F33E-4888-95E0-9EDC38668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Arial Black" panose="020B0A04020102020204" pitchFamily="34" charset="0"/>
              </a:rPr>
              <a:t>Advantages of Servlets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51DCDF-A369-4714-ACE6-1D442CAE5E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905000"/>
            <a:ext cx="761356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Platform independent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Scalable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Easy database connectivity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35220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3FF80-7F6F-41DA-9961-95803884E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Arial Black" panose="020B0A04020102020204" pitchFamily="34" charset="0"/>
              </a:rPr>
              <a:t>Applications of Servlets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5B263-CC6A-4939-8738-7588B0F26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Login Authentication Systems</a:t>
            </a:r>
          </a:p>
          <a:p>
            <a:r>
              <a:rPr lang="en-US" sz="2800" dirty="0"/>
              <a:t>Online Registration Forms</a:t>
            </a:r>
          </a:p>
          <a:p>
            <a:r>
              <a:rPr lang="en-US" sz="2800" dirty="0"/>
              <a:t>E-Commerce Websites</a:t>
            </a:r>
          </a:p>
          <a:p>
            <a:r>
              <a:rPr lang="en-US" sz="2800" dirty="0"/>
              <a:t>Banking Applications</a:t>
            </a:r>
          </a:p>
          <a:p>
            <a:r>
              <a:rPr lang="en-US" sz="2800" dirty="0"/>
              <a:t>Dynamic web Pages</a:t>
            </a:r>
          </a:p>
        </p:txBody>
      </p:sp>
    </p:spTree>
    <p:extLst>
      <p:ext uri="{BB962C8B-B14F-4D97-AF65-F5344CB8AC3E}">
        <p14:creationId xmlns:p14="http://schemas.microsoft.com/office/powerpoint/2010/main" val="350777648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56</TotalTime>
  <Words>194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Century Gothic</vt:lpstr>
      <vt:lpstr>Wingdings</vt:lpstr>
      <vt:lpstr>Wingdings 3</vt:lpstr>
      <vt:lpstr>Wisp</vt:lpstr>
      <vt:lpstr>SERVLETS</vt:lpstr>
      <vt:lpstr>What is a Servlet?</vt:lpstr>
      <vt:lpstr>Why Servlets are Used</vt:lpstr>
      <vt:lpstr>Servlet Architecture</vt:lpstr>
      <vt:lpstr>PowerPoint Presentation</vt:lpstr>
      <vt:lpstr>Servlet Life Cycle</vt:lpstr>
      <vt:lpstr>PowerPoint Presentation</vt:lpstr>
      <vt:lpstr>Types of Servlets</vt:lpstr>
      <vt:lpstr>Advantages of Servlets</vt:lpstr>
      <vt:lpstr>Applications of Servlets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5</cp:revision>
  <dcterms:created xsi:type="dcterms:W3CDTF">2026-03-06T14:48:02Z</dcterms:created>
  <dcterms:modified xsi:type="dcterms:W3CDTF">2026-03-06T15:44:14Z</dcterms:modified>
</cp:coreProperties>
</file>